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>
        <p:scale>
          <a:sx n="66" d="100"/>
          <a:sy n="66" d="100"/>
        </p:scale>
        <p:origin x="1118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Digital Commerce Platform with Administrative Control (DCPAC)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M Susheel Rao</a:t>
            </a:r>
          </a:p>
          <a:p>
            <a:pPr marL="0" indent="0" algn="ctr">
              <a:buNone/>
            </a:pPr>
            <a:r>
              <a:rPr lang="en-US" sz="9600" dirty="0"/>
              <a:t>Student ID: 2520080064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3" y="5242381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Mrs.Surekha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DCPAC (Digital Commerce Platform with Administrative Control) is a full-featured e-commerce web application developed as a Project-Based Learning initiative.</a:t>
            </a:r>
          </a:p>
          <a:p>
            <a:r>
              <a:rPr lang="en-US" dirty="0"/>
              <a:t>The platform allows customers to browse, search, filter, and purchase products across 8 categories: Electronics, Fashion, Home, Sports, Beauty, Books, Toys, and Grocery (45+ products).</a:t>
            </a:r>
          </a:p>
          <a:p>
            <a:r>
              <a:rPr lang="en-US" dirty="0"/>
              <a:t>An integrated Admin Dashboard enables product management (CRUD), order tracking, user management, inventory monitoring, and revenue analytics.</a:t>
            </a:r>
          </a:p>
          <a:p>
            <a:r>
              <a:rPr lang="en-US" dirty="0"/>
              <a:t>The system implements secure user authentication with session management, coupon/promo code engine, multi-payment gateway (Card, UPI, Net Banking, COD), and real-time order tracking.</a:t>
            </a:r>
          </a:p>
          <a:p>
            <a:r>
              <a:rPr lang="en-US" dirty="0"/>
              <a:t>Built with HTML5, CSS3, and Vanilla JavaScript using localStorage for client-side persistence — scalable to Node.js + MongoDB backend.</a:t>
            </a:r>
          </a:p>
          <a:p>
            <a:r>
              <a:rPr lang="en-US" dirty="0"/>
              <a:t>The project demonstrates real-world software engineering: SPA routing, MVC separation, responsive UI/UX, and modular 3-file code structure (index.html + dcpac-styles.css + dcpac-app.js).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00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Problems with Existing E-Commerce Platforms:</a:t>
            </a:r>
          </a:p>
          <a:p>
            <a:r>
              <a:rPr lang="en-US" dirty="0"/>
              <a:t>Platforms like Amazon and Flipkart are enterprise-scale and too complex to replicate or customize for learning and academic projects.</a:t>
            </a:r>
          </a:p>
          <a:p>
            <a:r>
              <a:rPr lang="en-US" dirty="0"/>
              <a:t>No lightweight, open-source commerce platform with a built-in admin panel exists for student or self-learning environments.</a:t>
            </a:r>
          </a:p>
          <a:p>
            <a:r>
              <a:rPr lang="en-US" dirty="0"/>
              <a:t>Admin dashboards in existing systems are separate enterprise tools — not integrated within the commerce application itself.</a:t>
            </a:r>
          </a:p>
          <a:p>
            <a:r>
              <a:rPr lang="en-US" dirty="0"/>
              <a:t>Existing platforms lack transparent order tracking, coupon management, and a simple multi-payment flow suitable for learning.</a:t>
            </a:r>
          </a:p>
          <a:p>
            <a:r>
              <a:rPr lang="en-US" dirty="0"/>
              <a:t>Off-the-shelf solutions offer very limited UI/UX customization, restricting what students and developers can build and explore.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246" y="1945982"/>
            <a:ext cx="10353554" cy="394553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DCPAC — Digital Commerce Platform with Administrative Control proposes:</a:t>
            </a:r>
          </a:p>
          <a:p>
            <a:r>
              <a:rPr lang="en-US" dirty="0"/>
              <a:t>A fully functional e-commerce SPA built with HTML, CSS and JS</a:t>
            </a:r>
          </a:p>
          <a:p>
            <a:r>
              <a:rPr lang="en-US" dirty="0"/>
              <a:t>45-product catalogue across 8 categories (Electronics, Fashion, Home, Sports, Beauty, Books, Toys, Grocery) with dynamic filtering and search.</a:t>
            </a:r>
          </a:p>
          <a:p>
            <a:r>
              <a:rPr lang="en-US" dirty="0"/>
              <a:t>Complete purchase flow: Home → Browse → Product Detail → Cart → Coupon → Payment (Card/UPI/Net Banking/COD) → Order Confirmation → Tracking.</a:t>
            </a:r>
          </a:p>
          <a:p>
            <a:r>
              <a:rPr lang="en-US" dirty="0"/>
              <a:t>Integrated Admin Dashboard with product CRUD, order and user management, inventory visibility, and revenue analytics.</a:t>
            </a:r>
          </a:p>
          <a:p>
            <a:r>
              <a:rPr lang="en-US" dirty="0"/>
              <a:t>Secure authentication with login/register, localStorage session persistence, role-based UI updates, and demo account support.</a:t>
            </a:r>
          </a:p>
          <a:p>
            <a:r>
              <a:rPr lang="en-US" dirty="0"/>
              <a:t>Responsive UI/UX design with custom cursor, particle animations, real-time search dropdown, and toast notifications.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9" y="1956120"/>
            <a:ext cx="10173182" cy="40356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Presentation Layer (Frontend — Browser):</a:t>
            </a:r>
          </a:p>
          <a:p>
            <a:pPr marL="457200" lvl="1"/>
            <a:r>
              <a:rPr lang="en-US" dirty="0"/>
              <a:t>index.html — SPA shell with 10 page sections</a:t>
            </a:r>
          </a:p>
          <a:p>
            <a:pPr marL="457200" lvl="1"/>
            <a:r>
              <a:rPr lang="en-US" dirty="0"/>
              <a:t>dcpac-styles.css — Complete design system (CSS variables, animations, responsive breakpoints)</a:t>
            </a:r>
          </a:p>
          <a:p>
            <a:pPr marL="457200" lvl="1"/>
            <a:r>
              <a:rPr lang="en-US" dirty="0"/>
              <a:t>KL University template branding maintained throughout</a:t>
            </a:r>
          </a:p>
          <a:p>
            <a:r>
              <a:rPr lang="en-US" b="1" dirty="0"/>
              <a:t>Business Logic Layer (JavaScript — dcpac-app.js):</a:t>
            </a:r>
          </a:p>
          <a:p>
            <a:pPr marL="457200" lvl="1"/>
            <a:r>
              <a:rPr lang="en-US" dirty="0"/>
              <a:t>SPA Router (P() function) — 10 pages, no page reload</a:t>
            </a:r>
          </a:p>
          <a:p>
            <a:pPr marL="457200" lvl="1"/>
            <a:r>
              <a:rPr lang="en-US" dirty="0"/>
              <a:t>Cart Engine, Filter/Search Engine, Auth Manager, Coupon &amp; Payment Logic</a:t>
            </a:r>
          </a:p>
          <a:p>
            <a:pPr marL="457200" lvl="1"/>
            <a:r>
              <a:rPr lang="en-US" dirty="0"/>
              <a:t>Canvas API particle system, real-time DOM manipulation</a:t>
            </a:r>
          </a:p>
          <a:p>
            <a:r>
              <a:rPr lang="en-US" b="1" dirty="0"/>
              <a:t>Data Layer (Browser Storage — localStorage):</a:t>
            </a:r>
          </a:p>
          <a:p>
            <a:pPr marL="457200" lvl="1"/>
            <a:r>
              <a:rPr lang="en-US" dirty="0"/>
              <a:t>cart[], users[], orders[] arrays — all persisted across sessions</a:t>
            </a:r>
          </a:p>
          <a:p>
            <a:pPr marL="457200" lvl="1"/>
            <a:r>
              <a:rPr lang="en-US" dirty="0"/>
              <a:t>session object for active user; DB[] array — 45-product in-memory database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651"/>
            <a:ext cx="10515600" cy="437131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Module 01 — Home &amp; Hero:</a:t>
            </a:r>
          </a:p>
          <a:p>
            <a:pPr marL="457200" lvl="1"/>
            <a:r>
              <a:rPr lang="en-US" dirty="0"/>
              <a:t>Animated particle canvas, product reel, category grid, flash deals bento, trending rows, scrolling ticker.</a:t>
            </a:r>
          </a:p>
          <a:p>
            <a:r>
              <a:rPr lang="en-US" b="1" dirty="0"/>
              <a:t>Module 02 — Product Catalogue:</a:t>
            </a:r>
          </a:p>
          <a:p>
            <a:pPr marL="457200" lvl="1"/>
            <a:r>
              <a:rPr lang="en-US" dirty="0"/>
              <a:t>45-product DB, dynamic filter sidebar (category, price, rating, discount), sort options, live result count.</a:t>
            </a:r>
          </a:p>
          <a:p>
            <a:r>
              <a:rPr lang="en-US" b="1" dirty="0"/>
              <a:t>Module 03 — Product Detail:</a:t>
            </a:r>
          </a:p>
          <a:p>
            <a:pPr marL="457200" lvl="1"/>
            <a:r>
              <a:rPr lang="en-US" dirty="0"/>
              <a:t>Full detail view: image, specs, rating, MRP/discount/savings breakdown, highlights, Add to Cart &amp; Buy Now.</a:t>
            </a:r>
          </a:p>
          <a:p>
            <a:r>
              <a:rPr lang="en-US" b="1" dirty="0"/>
              <a:t>Module 04 — Cart &amp; Checkout:</a:t>
            </a:r>
          </a:p>
          <a:p>
            <a:pPr marL="457200" lvl="1"/>
            <a:r>
              <a:rPr lang="en-US" dirty="0"/>
              <a:t>Cart management (add/remove/qty), order summary, coupon engine (4 codes: DCPAC20, SAVE10, WELCOME15, FLAT50).</a:t>
            </a:r>
          </a:p>
          <a:p>
            <a:r>
              <a:rPr lang="en-US" b="1" dirty="0"/>
              <a:t>Module 05 — Payment Gateway:</a:t>
            </a:r>
          </a:p>
          <a:p>
            <a:pPr marL="457200" lvl="1"/>
            <a:r>
              <a:rPr lang="en-US" dirty="0"/>
              <a:t>4 modes: Card (live card preview), UPI, Net Banking, Cash on Delivery. Full form validation before order placement.</a:t>
            </a:r>
          </a:p>
          <a:p>
            <a:r>
              <a:rPr lang="en-US" b="1" dirty="0"/>
              <a:t>Module 06 — Order &amp; Tracking:</a:t>
            </a:r>
          </a:p>
          <a:p>
            <a:pPr marL="457200" lvl="1"/>
            <a:r>
              <a:rPr lang="en-US" dirty="0"/>
              <a:t>Order ID generation, 5-step animated tracking timeline, delivery partner display, My Orders with reorder.</a:t>
            </a:r>
          </a:p>
          <a:p>
            <a:r>
              <a:rPr lang="en-US" b="1" dirty="0"/>
              <a:t>Module 07 — Authentication:</a:t>
            </a:r>
          </a:p>
          <a:p>
            <a:pPr marL="457200" lvl="1"/>
            <a:r>
              <a:rPr lang="en-US" dirty="0"/>
              <a:t>Sign In/Sign Up, localStorage persistence, session management, role-based UI, demo: demo@dcpac.com / demo123.</a:t>
            </a:r>
          </a:p>
          <a:p>
            <a:r>
              <a:rPr lang="en-US" b="1" dirty="0"/>
              <a:t>Module 08 — Admin Control:</a:t>
            </a:r>
          </a:p>
          <a:p>
            <a:pPr marL="457200" lvl="1"/>
            <a:r>
              <a:rPr lang="en-US" dirty="0"/>
              <a:t>Product CRUD, user list, order status updates, inventory visibility, revenue summary dashboard.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797" y="1590997"/>
            <a:ext cx="9810509" cy="422084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Objectives of the DCPAC Project:</a:t>
            </a:r>
          </a:p>
          <a:p>
            <a:r>
              <a:rPr lang="en-US" dirty="0"/>
              <a:t>Design and develop a fully functional e-commerce SPA using HTML, CSS, and JavaScript without any external framework dependency.</a:t>
            </a:r>
          </a:p>
          <a:p>
            <a:r>
              <a:rPr lang="en-US" dirty="0"/>
              <a:t>Implement a 45-product catalogue with dynamic multi-criteria filtering (category, price, rating, discount) and real-time live search.</a:t>
            </a:r>
          </a:p>
          <a:p>
            <a:r>
              <a:rPr lang="en-US" dirty="0"/>
              <a:t>Build a secure user authentication system with login/register, session persistence, and role-based access control using localStorage.</a:t>
            </a:r>
          </a:p>
          <a:p>
            <a:r>
              <a:rPr lang="en-US" dirty="0"/>
              <a:t>Develop a complete checkout pipeline: Cart → Address → Payment (Card/UPI/NetBanking/COD) → Order Confirmation → Tracking timeline.</a:t>
            </a:r>
          </a:p>
          <a:p>
            <a:r>
              <a:rPr lang="en-US" dirty="0"/>
              <a:t>Create an integrated Admin Control Panel for product management (CRUD), order tracking, user management, and sales analytics.</a:t>
            </a:r>
          </a:p>
          <a:p>
            <a:r>
              <a:rPr lang="en-US" dirty="0"/>
              <a:t>Apply responsive UI/UX design across desktop, tablet, and mobile with animations, custom cursor, and toast notification system.</a:t>
            </a:r>
          </a:p>
          <a:p>
            <a:r>
              <a:rPr lang="en-US" dirty="0"/>
              <a:t>Demonstrate software engineering best practices: modular 3-file structure, SPA routing, and separation of concerns (HTML/CSS/JS).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0845"/>
            <a:ext cx="10173182" cy="418611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CO1 — Apply HTML5 and CSS3 to create structured and styled web pages:</a:t>
            </a:r>
          </a:p>
          <a:p>
            <a:pPr marL="457200" lvl="1"/>
            <a:r>
              <a:rPr lang="en-US" dirty="0"/>
              <a:t>Created index.html with semantic tags: nav, main, section, header, footer across 10 SPA pages.</a:t>
            </a:r>
          </a:p>
          <a:p>
            <a:pPr marL="457200" lvl="1"/>
            <a:r>
              <a:rPr lang="en-US" dirty="0"/>
              <a:t>Built 3-file SPA structure: index.html + dcpac-styles.css + dcpac-app.js.</a:t>
            </a:r>
          </a:p>
          <a:p>
            <a:pPr marL="457200" lvl="1"/>
            <a:r>
              <a:rPr lang="en-US" dirty="0"/>
              <a:t>Applied CSS custom properties (variables) for theming; CSS Grid and Flexbox for responsive layouts.</a:t>
            </a:r>
          </a:p>
          <a:p>
            <a:r>
              <a:rPr lang="en-US" b="1" dirty="0"/>
              <a:t>CO2 — Implement responsive design and advanced CSS techniques:</a:t>
            </a:r>
          </a:p>
          <a:p>
            <a:pPr marL="457200" lvl="1"/>
            <a:r>
              <a:rPr lang="en-US" dirty="0"/>
              <a:t>CSS animations: particle canvas, scrolling ticker, card hover-reveal bars, toast notifications.</a:t>
            </a:r>
          </a:p>
          <a:p>
            <a:pPr marL="457200" lvl="1"/>
            <a:r>
              <a:rPr lang="en-US" dirty="0"/>
              <a:t>Custom cursor with dot + trailing ring; animated hero heading and product reel slide-in effects.</a:t>
            </a:r>
          </a:p>
          <a:p>
            <a:r>
              <a:rPr lang="en-US" b="1" dirty="0"/>
              <a:t>CO3 — Develop dynamic and interactive web pages using JavaScript:</a:t>
            </a:r>
          </a:p>
          <a:p>
            <a:pPr marL="457200" lvl="1"/>
            <a:r>
              <a:rPr lang="en-US" dirty="0"/>
              <a:t>Real-time search with live dropdown; filter sidebar with instant result update on every input change.</a:t>
            </a:r>
          </a:p>
          <a:p>
            <a:pPr marL="457200" lvl="1"/>
            <a:r>
              <a:rPr lang="en-US" dirty="0"/>
              <a:t>DOM manipulation for cart, product detail, payment form, tracking timeline, and order history.</a:t>
            </a:r>
          </a:p>
          <a:p>
            <a:r>
              <a:rPr lang="en-US" b="1" dirty="0"/>
              <a:t>CO4 — Utilize Web APIs and JavaScript for data handling:</a:t>
            </a:r>
          </a:p>
          <a:p>
            <a:pPr marL="457200" lvl="1"/>
            <a:r>
              <a:rPr lang="en-US" dirty="0"/>
              <a:t>localStorage API for cart, users, orders, session persistence across browser sessions.</a:t>
            </a:r>
          </a:p>
          <a:p>
            <a:pPr marL="457200" lvl="1"/>
            <a:r>
              <a:rPr lang="en-US" dirty="0"/>
              <a:t>Dynamic rendering from 45-item in-memory DB[] array; Canvas API for animated particle system.</a:t>
            </a:r>
          </a:p>
          <a:p>
            <a:r>
              <a:rPr lang="en-US" b="1" dirty="0"/>
              <a:t>CO5 — Design and develop a complete web application integrating all components:</a:t>
            </a:r>
          </a:p>
          <a:p>
            <a:pPr marL="457200" lvl="1"/>
            <a:r>
              <a:rPr lang="en-US" dirty="0"/>
              <a:t>Integrated all modules: Auth → Home → Product → Cart → Payment → Success → Tracking.</a:t>
            </a:r>
          </a:p>
          <a:p>
            <a:pPr marL="457200" lvl="1"/>
            <a:r>
              <a:rPr lang="en-US" dirty="0"/>
              <a:t>Coupon engine with 4 promo codes; order ID generation; reorder functionality; admin panel.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2971"/>
            <a:ext cx="10377668" cy="42439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CO1 — Apply basic data structures: Arrays, Objects, Stacks, Queues:</a:t>
            </a:r>
          </a:p>
          <a:p>
            <a:pPr marL="457200" lvl="1"/>
            <a:r>
              <a:rPr lang="en-US" dirty="0"/>
              <a:t>Cart uses Array push/filter/find — add, remove, update operations in O(n).</a:t>
            </a:r>
          </a:p>
          <a:p>
            <a:pPr marL="457200" lvl="1"/>
            <a:r>
              <a:rPr lang="en-US" dirty="0"/>
              <a:t>Stack-like navigation using prevPage variable; queue-like toast notification display.</a:t>
            </a:r>
          </a:p>
          <a:p>
            <a:r>
              <a:rPr lang="en-US" b="1" dirty="0"/>
              <a:t>CO2 — Implement searching and sorting algorithms on real datasets:</a:t>
            </a:r>
          </a:p>
          <a:p>
            <a:pPr marL="457200" lvl="1"/>
            <a:r>
              <a:rPr lang="en-US" dirty="0"/>
              <a:t>Linear Search in doSearch(): scans all 45 products for keyword match — O(n).</a:t>
            </a:r>
          </a:p>
          <a:p>
            <a:pPr marL="457200" lvl="1"/>
            <a:r>
              <a:rPr lang="en-US" dirty="0"/>
              <a:t>Array.sort() comparators for Sort by Price ↑/↓, Rating, and Discount in applyF().</a:t>
            </a:r>
          </a:p>
          <a:p>
            <a:r>
              <a:rPr lang="en-US" b="1" dirty="0"/>
              <a:t>CO3 — Apply filtering algorithms and conditional data retrieval:</a:t>
            </a:r>
          </a:p>
          <a:p>
            <a:pPr marL="457200" lvl="1"/>
            <a:r>
              <a:rPr lang="en-US" dirty="0"/>
              <a:t>Multi-filter pipeline in applyF(): category → price ceiling → min rating → min discount → sort.</a:t>
            </a:r>
          </a:p>
          <a:p>
            <a:pPr marL="457200" lvl="1"/>
            <a:r>
              <a:rPr lang="en-US" dirty="0"/>
              <a:t>filter() chain reduces 45-product DB to a subset in O(n); coupon lookup via Object key — O(1).</a:t>
            </a:r>
          </a:p>
          <a:p>
            <a:r>
              <a:rPr lang="en-US" b="1" dirty="0"/>
              <a:t>CO4 — Use Hash Maps / Object-based structures for fast lookups:</a:t>
            </a:r>
          </a:p>
          <a:p>
            <a:pPr marL="457200" lvl="1"/>
            <a:r>
              <a:rPr lang="en-US" dirty="0"/>
              <a:t>localStorage acts as key-value store (Hash Map) for cart, users, orders, session.</a:t>
            </a:r>
          </a:p>
          <a:p>
            <a:pPr marL="457200" lvl="1"/>
            <a:r>
              <a:rPr lang="en-US" dirty="0"/>
              <a:t>User lookup: users.find(u =&gt; u.email===email) — O(n) scan with early exit on match.</a:t>
            </a:r>
          </a:p>
          <a:p>
            <a:r>
              <a:rPr lang="en-US" b="1" dirty="0"/>
              <a:t>CO5 — Design algorithms for real-world problem solving:</a:t>
            </a:r>
          </a:p>
          <a:p>
            <a:pPr marL="457200" lvl="1"/>
            <a:r>
              <a:rPr lang="en-US" dirty="0"/>
              <a:t>Cart total: reduce() in O(n); delivery fee logic based on subtotal threshold (free above ₹499).</a:t>
            </a:r>
          </a:p>
          <a:p>
            <a:pPr marL="457200" lvl="1"/>
            <a:r>
              <a:rPr lang="en-US" dirty="0"/>
              <a:t>Order ID: 'DCPAC-' + year + '-' + rand(100–999) — unique string key generation.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83513C-64EA-FBA1-A76C-28A83C55D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3831"/>
            <a:ext cx="5909841" cy="20367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4B0B15-DCD3-6AEF-7FB2-43040DAC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765" y="3789016"/>
            <a:ext cx="4644484" cy="2567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8B5E89-BE3F-AEC8-30EF-4F7C8D6A7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196" y="2262002"/>
            <a:ext cx="4813958" cy="266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387257-DCD0-F7AC-FDEF-58E817D4E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49758"/>
            <a:ext cx="3987220" cy="42243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78F00-9629-9668-E2C5-F91B09C5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5B771-4308-D73C-7732-A85B0687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4A01D-0B7E-91F3-AEFE-21FEC085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210C41-C597-C0BD-E07E-045903F1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371" y="1049758"/>
            <a:ext cx="6621657" cy="2411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452807-15D5-9091-7A3A-0645B15FA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1" y="3683288"/>
            <a:ext cx="3477068" cy="26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8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Key Achievements:</a:t>
            </a:r>
          </a:p>
          <a:p>
            <a:r>
              <a:rPr lang="en-US" dirty="0"/>
              <a:t>Successfully developed a production-grade, fully functional e-commerce platform from scratch using only HTML5, CSS3, and Vanilla JavaScript.</a:t>
            </a:r>
          </a:p>
          <a:p>
            <a:r>
              <a:rPr lang="en-US" dirty="0"/>
              <a:t>Implemented a 45-product database spanning 8 categories with CRUD, dynamic filtering, multi-sort, real-time search, and live result count.</a:t>
            </a:r>
          </a:p>
          <a:p>
            <a:r>
              <a:rPr lang="en-US" dirty="0"/>
              <a:t>Built a complete end-to-end purchase flow: Home → Product → Cart → Coupon → Payment → Order Confirmation → 5-step Tracking Timeline.</a:t>
            </a:r>
          </a:p>
          <a:p>
            <a:r>
              <a:rPr lang="en-US" dirty="0"/>
              <a:t>Applied Data Structures (Arrays, Objects, Hash Maps) and Algorithms (Linear Search, Sort, Multi-Filter, Reduce) in real-world software scenarios.</a:t>
            </a:r>
          </a:p>
          <a:p>
            <a:r>
              <a:rPr lang="en-US" dirty="0"/>
              <a:t>Achieved responsive design across all screen sizes with custom cursor, particle animations, hover interactions, and toast notification system.</a:t>
            </a:r>
          </a:p>
          <a:p>
            <a:r>
              <a:rPr lang="en-US" dirty="0"/>
              <a:t>Demonstrated all 5 Course Outcomes (CO1–CO5) of both FWD and DSA subjects through tangible, working software features in DCPAC.</a:t>
            </a:r>
          </a:p>
          <a:p>
            <a:r>
              <a:rPr lang="en-US" b="1" dirty="0"/>
              <a:t>Future Scope:</a:t>
            </a:r>
          </a:p>
          <a:p>
            <a:pPr marL="457200" lvl="1"/>
            <a:r>
              <a:rPr lang="en-US" dirty="0"/>
              <a:t>Node.js + Express + MongoDB backend for real server-side persistence.</a:t>
            </a:r>
          </a:p>
          <a:p>
            <a:pPr marL="457200" lvl="1"/>
            <a:r>
              <a:rPr lang="en-US" dirty="0"/>
              <a:t>Payment API integration (Razorpay/Stripe); AI-powered product recommendations.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0BF481D4-888A-D892-28EF-3166CBCD7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30010" cy="283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15BC8-6A67-0137-6D6E-15897B83B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60" y="2175910"/>
            <a:ext cx="457200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62A59A-3288-39E2-3466-CC356FBB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311913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3697</TotalTime>
  <Words>1925</Words>
  <Application>Microsoft Office PowerPoint</Application>
  <PresentationFormat>Widescreen</PresentationFormat>
  <Paragraphs>193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Digital Commerce Platform with Administrative Control (DCPAC)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Sathvika Sai Mondu</cp:lastModifiedBy>
  <cp:revision>52</cp:revision>
  <dcterms:created xsi:type="dcterms:W3CDTF">2022-05-20T10:20:31Z</dcterms:created>
  <dcterms:modified xsi:type="dcterms:W3CDTF">2026-03-09T08:25:54Z</dcterms:modified>
</cp:coreProperties>
</file>